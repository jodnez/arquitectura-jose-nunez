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064758"/>
            <a:ext cx="12191695" cy="517222"/>
          </a:xfrm>
          <a:custGeom>
            <a:avLst/>
            <a:gdLst/>
            <a:ahLst/>
            <a:cxnLst/>
            <a:rect l="l" t="t" r="r" b="b"/>
            <a:pathLst>
              <a:path w="12191695" h="517222">
                <a:moveTo>
                  <a:pt x="0" y="347472"/>
                </a:moveTo>
                <a:lnTo>
                  <a:pt x="24383" y="349582"/>
                </a:lnTo>
                <a:lnTo>
                  <a:pt x="48766" y="349997"/>
                </a:lnTo>
                <a:lnTo>
                  <a:pt x="73150" y="350485"/>
                </a:lnTo>
                <a:lnTo>
                  <a:pt x="97533" y="351055"/>
                </a:lnTo>
                <a:lnTo>
                  <a:pt x="121916" y="351718"/>
                </a:lnTo>
                <a:lnTo>
                  <a:pt x="146300" y="352487"/>
                </a:lnTo>
                <a:lnTo>
                  <a:pt x="170683" y="353376"/>
                </a:lnTo>
                <a:lnTo>
                  <a:pt x="195067" y="354399"/>
                </a:lnTo>
                <a:lnTo>
                  <a:pt x="219450" y="355571"/>
                </a:lnTo>
                <a:lnTo>
                  <a:pt x="243833" y="356910"/>
                </a:lnTo>
                <a:lnTo>
                  <a:pt x="268217" y="358431"/>
                </a:lnTo>
                <a:lnTo>
                  <a:pt x="292600" y="360154"/>
                </a:lnTo>
                <a:lnTo>
                  <a:pt x="316984" y="362096"/>
                </a:lnTo>
                <a:lnTo>
                  <a:pt x="341367" y="364276"/>
                </a:lnTo>
                <a:lnTo>
                  <a:pt x="365750" y="366713"/>
                </a:lnTo>
                <a:lnTo>
                  <a:pt x="390134" y="369423"/>
                </a:lnTo>
                <a:lnTo>
                  <a:pt x="414517" y="372425"/>
                </a:lnTo>
                <a:lnTo>
                  <a:pt x="438901" y="375734"/>
                </a:lnTo>
                <a:lnTo>
                  <a:pt x="463284" y="379363"/>
                </a:lnTo>
                <a:lnTo>
                  <a:pt x="487667" y="383324"/>
                </a:lnTo>
                <a:lnTo>
                  <a:pt x="512051" y="387625"/>
                </a:lnTo>
                <a:lnTo>
                  <a:pt x="536434" y="392269"/>
                </a:lnTo>
                <a:lnTo>
                  <a:pt x="560817" y="397256"/>
                </a:lnTo>
                <a:lnTo>
                  <a:pt x="585201" y="402581"/>
                </a:lnTo>
                <a:lnTo>
                  <a:pt x="609584" y="408231"/>
                </a:lnTo>
                <a:lnTo>
                  <a:pt x="633968" y="414187"/>
                </a:lnTo>
                <a:lnTo>
                  <a:pt x="658351" y="420424"/>
                </a:lnTo>
                <a:lnTo>
                  <a:pt x="682734" y="426906"/>
                </a:lnTo>
                <a:lnTo>
                  <a:pt x="707118" y="433591"/>
                </a:lnTo>
                <a:lnTo>
                  <a:pt x="731501" y="440425"/>
                </a:lnTo>
                <a:lnTo>
                  <a:pt x="755885" y="447348"/>
                </a:lnTo>
                <a:lnTo>
                  <a:pt x="780268" y="454286"/>
                </a:lnTo>
                <a:lnTo>
                  <a:pt x="804651" y="461159"/>
                </a:lnTo>
                <a:lnTo>
                  <a:pt x="829035" y="467874"/>
                </a:lnTo>
                <a:lnTo>
                  <a:pt x="853418" y="474332"/>
                </a:lnTo>
                <a:lnTo>
                  <a:pt x="877802" y="480422"/>
                </a:lnTo>
                <a:lnTo>
                  <a:pt x="902185" y="486029"/>
                </a:lnTo>
                <a:lnTo>
                  <a:pt x="926568" y="491029"/>
                </a:lnTo>
                <a:lnTo>
                  <a:pt x="950952" y="495295"/>
                </a:lnTo>
                <a:lnTo>
                  <a:pt x="975335" y="498694"/>
                </a:lnTo>
                <a:lnTo>
                  <a:pt x="999718" y="501094"/>
                </a:lnTo>
                <a:lnTo>
                  <a:pt x="1024102" y="502363"/>
                </a:lnTo>
                <a:lnTo>
                  <a:pt x="1048485" y="502375"/>
                </a:lnTo>
                <a:lnTo>
                  <a:pt x="1072869" y="501007"/>
                </a:lnTo>
                <a:lnTo>
                  <a:pt x="1097252" y="498145"/>
                </a:lnTo>
                <a:lnTo>
                  <a:pt x="1121635" y="493689"/>
                </a:lnTo>
                <a:lnTo>
                  <a:pt x="1146019" y="487553"/>
                </a:lnTo>
                <a:lnTo>
                  <a:pt x="1170402" y="479666"/>
                </a:lnTo>
                <a:lnTo>
                  <a:pt x="1194786" y="469980"/>
                </a:lnTo>
                <a:lnTo>
                  <a:pt x="1219169" y="458468"/>
                </a:lnTo>
                <a:lnTo>
                  <a:pt x="1243552" y="445129"/>
                </a:lnTo>
                <a:lnTo>
                  <a:pt x="1267936" y="429987"/>
                </a:lnTo>
                <a:lnTo>
                  <a:pt x="1292319" y="413097"/>
                </a:lnTo>
                <a:lnTo>
                  <a:pt x="1316703" y="394540"/>
                </a:lnTo>
                <a:lnTo>
                  <a:pt x="1341086" y="374429"/>
                </a:lnTo>
                <a:lnTo>
                  <a:pt x="1365469" y="352906"/>
                </a:lnTo>
                <a:lnTo>
                  <a:pt x="1389853" y="330140"/>
                </a:lnTo>
                <a:lnTo>
                  <a:pt x="1414236" y="306332"/>
                </a:lnTo>
                <a:lnTo>
                  <a:pt x="1438620" y="281704"/>
                </a:lnTo>
                <a:lnTo>
                  <a:pt x="1463003" y="256504"/>
                </a:lnTo>
                <a:lnTo>
                  <a:pt x="1487386" y="230997"/>
                </a:lnTo>
                <a:lnTo>
                  <a:pt x="1511770" y="205468"/>
                </a:lnTo>
                <a:lnTo>
                  <a:pt x="1536153" y="180210"/>
                </a:lnTo>
                <a:lnTo>
                  <a:pt x="1560536" y="155525"/>
                </a:lnTo>
                <a:lnTo>
                  <a:pt x="1584920" y="131716"/>
                </a:lnTo>
                <a:lnTo>
                  <a:pt x="1609303" y="109086"/>
                </a:lnTo>
                <a:lnTo>
                  <a:pt x="1633687" y="87925"/>
                </a:lnTo>
                <a:lnTo>
                  <a:pt x="1658070" y="68514"/>
                </a:lnTo>
                <a:lnTo>
                  <a:pt x="1682453" y="51113"/>
                </a:lnTo>
                <a:lnTo>
                  <a:pt x="1706837" y="35958"/>
                </a:lnTo>
                <a:lnTo>
                  <a:pt x="1731220" y="23259"/>
                </a:lnTo>
                <a:lnTo>
                  <a:pt x="1755604" y="13192"/>
                </a:lnTo>
                <a:lnTo>
                  <a:pt x="1779987" y="5898"/>
                </a:lnTo>
                <a:lnTo>
                  <a:pt x="1804370" y="1479"/>
                </a:lnTo>
                <a:lnTo>
                  <a:pt x="1828754" y="0"/>
                </a:lnTo>
                <a:lnTo>
                  <a:pt x="1853137" y="1479"/>
                </a:lnTo>
                <a:lnTo>
                  <a:pt x="1877521" y="5898"/>
                </a:lnTo>
                <a:lnTo>
                  <a:pt x="1901904" y="13192"/>
                </a:lnTo>
                <a:lnTo>
                  <a:pt x="1926287" y="23259"/>
                </a:lnTo>
                <a:lnTo>
                  <a:pt x="1950671" y="35958"/>
                </a:lnTo>
                <a:lnTo>
                  <a:pt x="1975054" y="51113"/>
                </a:lnTo>
                <a:lnTo>
                  <a:pt x="1999437" y="68514"/>
                </a:lnTo>
                <a:lnTo>
                  <a:pt x="2023821" y="87925"/>
                </a:lnTo>
                <a:lnTo>
                  <a:pt x="2048204" y="109086"/>
                </a:lnTo>
                <a:lnTo>
                  <a:pt x="2072588" y="131716"/>
                </a:lnTo>
                <a:lnTo>
                  <a:pt x="2096971" y="155525"/>
                </a:lnTo>
                <a:lnTo>
                  <a:pt x="2121354" y="180210"/>
                </a:lnTo>
                <a:lnTo>
                  <a:pt x="2145738" y="205468"/>
                </a:lnTo>
                <a:lnTo>
                  <a:pt x="2170121" y="230997"/>
                </a:lnTo>
                <a:lnTo>
                  <a:pt x="2194505" y="256504"/>
                </a:lnTo>
                <a:lnTo>
                  <a:pt x="2218888" y="281704"/>
                </a:lnTo>
                <a:lnTo>
                  <a:pt x="2243271" y="306332"/>
                </a:lnTo>
                <a:lnTo>
                  <a:pt x="2267655" y="330140"/>
                </a:lnTo>
                <a:lnTo>
                  <a:pt x="2292038" y="352906"/>
                </a:lnTo>
                <a:lnTo>
                  <a:pt x="2316422" y="374429"/>
                </a:lnTo>
                <a:lnTo>
                  <a:pt x="2340805" y="394540"/>
                </a:lnTo>
                <a:lnTo>
                  <a:pt x="2365188" y="413097"/>
                </a:lnTo>
                <a:lnTo>
                  <a:pt x="2389572" y="429987"/>
                </a:lnTo>
                <a:lnTo>
                  <a:pt x="2413955" y="445129"/>
                </a:lnTo>
                <a:lnTo>
                  <a:pt x="2438339" y="458468"/>
                </a:lnTo>
                <a:lnTo>
                  <a:pt x="2462722" y="469980"/>
                </a:lnTo>
                <a:lnTo>
                  <a:pt x="2487105" y="479666"/>
                </a:lnTo>
                <a:lnTo>
                  <a:pt x="2511489" y="487553"/>
                </a:lnTo>
                <a:lnTo>
                  <a:pt x="2535872" y="493690"/>
                </a:lnTo>
                <a:lnTo>
                  <a:pt x="2560255" y="498146"/>
                </a:lnTo>
                <a:lnTo>
                  <a:pt x="2584639" y="501008"/>
                </a:lnTo>
                <a:lnTo>
                  <a:pt x="2609022" y="502377"/>
                </a:lnTo>
                <a:lnTo>
                  <a:pt x="2633406" y="502366"/>
                </a:lnTo>
                <a:lnTo>
                  <a:pt x="2657789" y="501098"/>
                </a:lnTo>
                <a:lnTo>
                  <a:pt x="2682172" y="498700"/>
                </a:lnTo>
                <a:lnTo>
                  <a:pt x="2706556" y="495304"/>
                </a:lnTo>
                <a:lnTo>
                  <a:pt x="2730939" y="491043"/>
                </a:lnTo>
                <a:lnTo>
                  <a:pt x="2755323" y="486048"/>
                </a:lnTo>
                <a:lnTo>
                  <a:pt x="2779706" y="480450"/>
                </a:lnTo>
                <a:lnTo>
                  <a:pt x="2804089" y="474370"/>
                </a:lnTo>
                <a:lnTo>
                  <a:pt x="2828473" y="467929"/>
                </a:lnTo>
                <a:lnTo>
                  <a:pt x="2852856" y="461235"/>
                </a:lnTo>
                <a:lnTo>
                  <a:pt x="2877240" y="454392"/>
                </a:lnTo>
                <a:lnTo>
                  <a:pt x="2901623" y="447495"/>
                </a:lnTo>
                <a:lnTo>
                  <a:pt x="2926006" y="440627"/>
                </a:lnTo>
                <a:lnTo>
                  <a:pt x="2950390" y="433865"/>
                </a:lnTo>
                <a:lnTo>
                  <a:pt x="2974773" y="427277"/>
                </a:lnTo>
                <a:lnTo>
                  <a:pt x="2999156" y="420922"/>
                </a:lnTo>
                <a:lnTo>
                  <a:pt x="3023540" y="414852"/>
                </a:lnTo>
                <a:lnTo>
                  <a:pt x="3047923" y="409111"/>
                </a:lnTo>
                <a:lnTo>
                  <a:pt x="3072307" y="403738"/>
                </a:lnTo>
                <a:lnTo>
                  <a:pt x="3096690" y="398766"/>
                </a:lnTo>
                <a:lnTo>
                  <a:pt x="3121073" y="394224"/>
                </a:lnTo>
                <a:lnTo>
                  <a:pt x="3145457" y="390137"/>
                </a:lnTo>
                <a:lnTo>
                  <a:pt x="3169840" y="386529"/>
                </a:lnTo>
                <a:lnTo>
                  <a:pt x="3194224" y="383420"/>
                </a:lnTo>
                <a:lnTo>
                  <a:pt x="3218607" y="380830"/>
                </a:lnTo>
                <a:lnTo>
                  <a:pt x="3242990" y="378777"/>
                </a:lnTo>
                <a:lnTo>
                  <a:pt x="3267374" y="377278"/>
                </a:lnTo>
                <a:lnTo>
                  <a:pt x="3291757" y="376349"/>
                </a:lnTo>
                <a:lnTo>
                  <a:pt x="3316141" y="376003"/>
                </a:lnTo>
                <a:lnTo>
                  <a:pt x="3340524" y="376251"/>
                </a:lnTo>
                <a:lnTo>
                  <a:pt x="3364907" y="377098"/>
                </a:lnTo>
                <a:lnTo>
                  <a:pt x="3389291" y="378544"/>
                </a:lnTo>
                <a:lnTo>
                  <a:pt x="3413674" y="380578"/>
                </a:lnTo>
                <a:lnTo>
                  <a:pt x="3438057" y="383180"/>
                </a:lnTo>
                <a:lnTo>
                  <a:pt x="3462441" y="386314"/>
                </a:lnTo>
                <a:lnTo>
                  <a:pt x="3486824" y="389931"/>
                </a:lnTo>
                <a:lnTo>
                  <a:pt x="3511208" y="393960"/>
                </a:lnTo>
                <a:lnTo>
                  <a:pt x="3535591" y="398310"/>
                </a:lnTo>
                <a:lnTo>
                  <a:pt x="3559974" y="402868"/>
                </a:lnTo>
                <a:lnTo>
                  <a:pt x="3584358" y="407496"/>
                </a:lnTo>
                <a:lnTo>
                  <a:pt x="3608741" y="412033"/>
                </a:lnTo>
                <a:lnTo>
                  <a:pt x="3633125" y="416297"/>
                </a:lnTo>
                <a:lnTo>
                  <a:pt x="3657508" y="420086"/>
                </a:lnTo>
                <a:lnTo>
                  <a:pt x="3681891" y="423182"/>
                </a:lnTo>
                <a:lnTo>
                  <a:pt x="3706275" y="425361"/>
                </a:lnTo>
                <a:lnTo>
                  <a:pt x="3730658" y="426393"/>
                </a:lnTo>
                <a:lnTo>
                  <a:pt x="3755042" y="426058"/>
                </a:lnTo>
                <a:lnTo>
                  <a:pt x="3779425" y="424151"/>
                </a:lnTo>
                <a:lnTo>
                  <a:pt x="3803808" y="420493"/>
                </a:lnTo>
                <a:lnTo>
                  <a:pt x="3828192" y="414945"/>
                </a:lnTo>
                <a:lnTo>
                  <a:pt x="3852575" y="407416"/>
                </a:lnTo>
                <a:lnTo>
                  <a:pt x="3876959" y="397871"/>
                </a:lnTo>
                <a:lnTo>
                  <a:pt x="3901342" y="386343"/>
                </a:lnTo>
                <a:lnTo>
                  <a:pt x="3925725" y="372935"/>
                </a:lnTo>
                <a:lnTo>
                  <a:pt x="3950109" y="357827"/>
                </a:lnTo>
                <a:lnTo>
                  <a:pt x="3974492" y="341273"/>
                </a:lnTo>
                <a:lnTo>
                  <a:pt x="3998875" y="323600"/>
                </a:lnTo>
                <a:lnTo>
                  <a:pt x="4023259" y="305198"/>
                </a:lnTo>
                <a:lnTo>
                  <a:pt x="4047642" y="286515"/>
                </a:lnTo>
                <a:lnTo>
                  <a:pt x="4072026" y="268036"/>
                </a:lnTo>
                <a:lnTo>
                  <a:pt x="4096409" y="250274"/>
                </a:lnTo>
                <a:lnTo>
                  <a:pt x="4120792" y="233747"/>
                </a:lnTo>
                <a:lnTo>
                  <a:pt x="4145176" y="218957"/>
                </a:lnTo>
                <a:lnTo>
                  <a:pt x="4169559" y="206375"/>
                </a:lnTo>
                <a:lnTo>
                  <a:pt x="4193943" y="196417"/>
                </a:lnTo>
                <a:lnTo>
                  <a:pt x="4218326" y="189431"/>
                </a:lnTo>
                <a:lnTo>
                  <a:pt x="4242709" y="185678"/>
                </a:lnTo>
                <a:lnTo>
                  <a:pt x="4267093" y="185323"/>
                </a:lnTo>
                <a:lnTo>
                  <a:pt x="4291476" y="188428"/>
                </a:lnTo>
                <a:lnTo>
                  <a:pt x="4315860" y="194949"/>
                </a:lnTo>
                <a:lnTo>
                  <a:pt x="4340243" y="204739"/>
                </a:lnTo>
                <a:lnTo>
                  <a:pt x="4364626" y="217553"/>
                </a:lnTo>
                <a:lnTo>
                  <a:pt x="4389010" y="233061"/>
                </a:lnTo>
                <a:lnTo>
                  <a:pt x="4413393" y="250863"/>
                </a:lnTo>
                <a:lnTo>
                  <a:pt x="4437776" y="270503"/>
                </a:lnTo>
                <a:lnTo>
                  <a:pt x="4462160" y="291491"/>
                </a:lnTo>
                <a:lnTo>
                  <a:pt x="4486543" y="313320"/>
                </a:lnTo>
                <a:lnTo>
                  <a:pt x="4510927" y="335489"/>
                </a:lnTo>
                <a:lnTo>
                  <a:pt x="4535310" y="357518"/>
                </a:lnTo>
                <a:lnTo>
                  <a:pt x="4559693" y="378967"/>
                </a:lnTo>
                <a:lnTo>
                  <a:pt x="4584077" y="399447"/>
                </a:lnTo>
                <a:lnTo>
                  <a:pt x="4608460" y="418630"/>
                </a:lnTo>
                <a:lnTo>
                  <a:pt x="4632844" y="436259"/>
                </a:lnTo>
                <a:lnTo>
                  <a:pt x="4657227" y="452147"/>
                </a:lnTo>
                <a:lnTo>
                  <a:pt x="4681610" y="466180"/>
                </a:lnTo>
                <a:lnTo>
                  <a:pt x="4705994" y="478309"/>
                </a:lnTo>
                <a:lnTo>
                  <a:pt x="4730377" y="488550"/>
                </a:lnTo>
                <a:lnTo>
                  <a:pt x="4754761" y="496970"/>
                </a:lnTo>
                <a:lnTo>
                  <a:pt x="4779144" y="503682"/>
                </a:lnTo>
                <a:lnTo>
                  <a:pt x="4803527" y="508829"/>
                </a:lnTo>
                <a:lnTo>
                  <a:pt x="4827911" y="512579"/>
                </a:lnTo>
                <a:lnTo>
                  <a:pt x="4852294" y="515108"/>
                </a:lnTo>
                <a:lnTo>
                  <a:pt x="4876678" y="516598"/>
                </a:lnTo>
                <a:lnTo>
                  <a:pt x="4901061" y="517222"/>
                </a:lnTo>
                <a:lnTo>
                  <a:pt x="4925444" y="517138"/>
                </a:lnTo>
                <a:lnTo>
                  <a:pt x="4949828" y="516487"/>
                </a:lnTo>
                <a:lnTo>
                  <a:pt x="4974211" y="515383"/>
                </a:lnTo>
                <a:lnTo>
                  <a:pt x="4998594" y="513919"/>
                </a:lnTo>
                <a:lnTo>
                  <a:pt x="5022978" y="512156"/>
                </a:lnTo>
                <a:lnTo>
                  <a:pt x="5047361" y="510133"/>
                </a:lnTo>
                <a:lnTo>
                  <a:pt x="5071745" y="507860"/>
                </a:lnTo>
                <a:lnTo>
                  <a:pt x="5096128" y="505329"/>
                </a:lnTo>
                <a:lnTo>
                  <a:pt x="5120511" y="502508"/>
                </a:lnTo>
                <a:lnTo>
                  <a:pt x="5144895" y="499352"/>
                </a:lnTo>
                <a:lnTo>
                  <a:pt x="5169278" y="495802"/>
                </a:lnTo>
                <a:lnTo>
                  <a:pt x="5193662" y="491793"/>
                </a:lnTo>
                <a:lnTo>
                  <a:pt x="5218045" y="487252"/>
                </a:lnTo>
                <a:lnTo>
                  <a:pt x="5242428" y="482106"/>
                </a:lnTo>
                <a:lnTo>
                  <a:pt x="5266812" y="476284"/>
                </a:lnTo>
                <a:lnTo>
                  <a:pt x="5291195" y="469719"/>
                </a:lnTo>
                <a:lnTo>
                  <a:pt x="5315579" y="462351"/>
                </a:lnTo>
                <a:lnTo>
                  <a:pt x="5339962" y="454131"/>
                </a:lnTo>
                <a:lnTo>
                  <a:pt x="5364345" y="445018"/>
                </a:lnTo>
                <a:lnTo>
                  <a:pt x="5388729" y="434985"/>
                </a:lnTo>
                <a:lnTo>
                  <a:pt x="5413112" y="424019"/>
                </a:lnTo>
                <a:lnTo>
                  <a:pt x="5437495" y="412120"/>
                </a:lnTo>
                <a:lnTo>
                  <a:pt x="5461879" y="399303"/>
                </a:lnTo>
                <a:lnTo>
                  <a:pt x="5486262" y="385598"/>
                </a:lnTo>
                <a:lnTo>
                  <a:pt x="5510646" y="371049"/>
                </a:lnTo>
                <a:lnTo>
                  <a:pt x="5535029" y="355714"/>
                </a:lnTo>
                <a:lnTo>
                  <a:pt x="5559412" y="339668"/>
                </a:lnTo>
                <a:lnTo>
                  <a:pt x="5583796" y="322994"/>
                </a:lnTo>
                <a:lnTo>
                  <a:pt x="5608179" y="305793"/>
                </a:lnTo>
                <a:lnTo>
                  <a:pt x="5632563" y="288173"/>
                </a:lnTo>
                <a:lnTo>
                  <a:pt x="5656946" y="270255"/>
                </a:lnTo>
                <a:lnTo>
                  <a:pt x="5681329" y="252166"/>
                </a:lnTo>
                <a:lnTo>
                  <a:pt x="5705713" y="234043"/>
                </a:lnTo>
                <a:lnTo>
                  <a:pt x="5730096" y="216027"/>
                </a:lnTo>
                <a:lnTo>
                  <a:pt x="5754480" y="198265"/>
                </a:lnTo>
                <a:lnTo>
                  <a:pt x="5778863" y="180904"/>
                </a:lnTo>
                <a:lnTo>
                  <a:pt x="5803246" y="164093"/>
                </a:lnTo>
                <a:lnTo>
                  <a:pt x="5827630" y="147978"/>
                </a:lnTo>
                <a:lnTo>
                  <a:pt x="5852013" y="132705"/>
                </a:lnTo>
                <a:lnTo>
                  <a:pt x="5876396" y="118412"/>
                </a:lnTo>
                <a:lnTo>
                  <a:pt x="5900780" y="105230"/>
                </a:lnTo>
                <a:lnTo>
                  <a:pt x="5925163" y="93284"/>
                </a:lnTo>
                <a:lnTo>
                  <a:pt x="5949547" y="82687"/>
                </a:lnTo>
                <a:lnTo>
                  <a:pt x="5973930" y="73539"/>
                </a:lnTo>
                <a:lnTo>
                  <a:pt x="5998313" y="65930"/>
                </a:lnTo>
                <a:lnTo>
                  <a:pt x="6022697" y="59933"/>
                </a:lnTo>
                <a:lnTo>
                  <a:pt x="6047080" y="55607"/>
                </a:lnTo>
                <a:lnTo>
                  <a:pt x="6071464" y="52994"/>
                </a:lnTo>
                <a:lnTo>
                  <a:pt x="6095847" y="52120"/>
                </a:lnTo>
                <a:lnTo>
                  <a:pt x="6120230" y="52994"/>
                </a:lnTo>
                <a:lnTo>
                  <a:pt x="6144614" y="55607"/>
                </a:lnTo>
                <a:lnTo>
                  <a:pt x="6168997" y="59933"/>
                </a:lnTo>
                <a:lnTo>
                  <a:pt x="6193381" y="65930"/>
                </a:lnTo>
                <a:lnTo>
                  <a:pt x="6217764" y="73538"/>
                </a:lnTo>
                <a:lnTo>
                  <a:pt x="6242147" y="82685"/>
                </a:lnTo>
                <a:lnTo>
                  <a:pt x="6266531" y="93282"/>
                </a:lnTo>
                <a:lnTo>
                  <a:pt x="6290914" y="105227"/>
                </a:lnTo>
                <a:lnTo>
                  <a:pt x="6315298" y="118407"/>
                </a:lnTo>
                <a:lnTo>
                  <a:pt x="6339681" y="132699"/>
                </a:lnTo>
                <a:lnTo>
                  <a:pt x="6364064" y="147969"/>
                </a:lnTo>
                <a:lnTo>
                  <a:pt x="6388448" y="164079"/>
                </a:lnTo>
                <a:lnTo>
                  <a:pt x="6412831" y="180885"/>
                </a:lnTo>
                <a:lnTo>
                  <a:pt x="6437214" y="198238"/>
                </a:lnTo>
                <a:lnTo>
                  <a:pt x="6461598" y="215989"/>
                </a:lnTo>
                <a:lnTo>
                  <a:pt x="6485981" y="233989"/>
                </a:lnTo>
                <a:lnTo>
                  <a:pt x="6510365" y="252090"/>
                </a:lnTo>
                <a:lnTo>
                  <a:pt x="6534748" y="270149"/>
                </a:lnTo>
                <a:lnTo>
                  <a:pt x="6559131" y="288027"/>
                </a:lnTo>
                <a:lnTo>
                  <a:pt x="6583515" y="305592"/>
                </a:lnTo>
                <a:lnTo>
                  <a:pt x="6607898" y="322721"/>
                </a:lnTo>
                <a:lnTo>
                  <a:pt x="6632282" y="339298"/>
                </a:lnTo>
                <a:lnTo>
                  <a:pt x="6656665" y="355217"/>
                </a:lnTo>
                <a:lnTo>
                  <a:pt x="6681048" y="370385"/>
                </a:lnTo>
                <a:lnTo>
                  <a:pt x="6705432" y="384720"/>
                </a:lnTo>
                <a:lnTo>
                  <a:pt x="6729815" y="398149"/>
                </a:lnTo>
                <a:lnTo>
                  <a:pt x="6754199" y="410614"/>
                </a:lnTo>
                <a:lnTo>
                  <a:pt x="6778582" y="422068"/>
                </a:lnTo>
                <a:lnTo>
                  <a:pt x="6802965" y="432477"/>
                </a:lnTo>
                <a:lnTo>
                  <a:pt x="6827349" y="441818"/>
                </a:lnTo>
                <a:lnTo>
                  <a:pt x="6851732" y="450081"/>
                </a:lnTo>
                <a:lnTo>
                  <a:pt x="6876115" y="457264"/>
                </a:lnTo>
                <a:lnTo>
                  <a:pt x="6900499" y="463377"/>
                </a:lnTo>
                <a:lnTo>
                  <a:pt x="6924882" y="468442"/>
                </a:lnTo>
                <a:lnTo>
                  <a:pt x="6949266" y="472485"/>
                </a:lnTo>
                <a:lnTo>
                  <a:pt x="6973649" y="475544"/>
                </a:lnTo>
                <a:lnTo>
                  <a:pt x="6998032" y="477662"/>
                </a:lnTo>
                <a:lnTo>
                  <a:pt x="7022416" y="478887"/>
                </a:lnTo>
                <a:lnTo>
                  <a:pt x="7046799" y="479275"/>
                </a:lnTo>
                <a:lnTo>
                  <a:pt x="7071183" y="478883"/>
                </a:lnTo>
                <a:lnTo>
                  <a:pt x="7095566" y="477774"/>
                </a:lnTo>
                <a:lnTo>
                  <a:pt x="7119949" y="476010"/>
                </a:lnTo>
                <a:lnTo>
                  <a:pt x="7144333" y="473657"/>
                </a:lnTo>
                <a:lnTo>
                  <a:pt x="7168716" y="470779"/>
                </a:lnTo>
                <a:lnTo>
                  <a:pt x="7193100" y="467442"/>
                </a:lnTo>
                <a:lnTo>
                  <a:pt x="7217483" y="463709"/>
                </a:lnTo>
                <a:lnTo>
                  <a:pt x="7241866" y="459643"/>
                </a:lnTo>
                <a:lnTo>
                  <a:pt x="7266250" y="455303"/>
                </a:lnTo>
                <a:lnTo>
                  <a:pt x="7290633" y="450746"/>
                </a:lnTo>
                <a:lnTo>
                  <a:pt x="7315017" y="446027"/>
                </a:lnTo>
                <a:lnTo>
                  <a:pt x="7339400" y="441197"/>
                </a:lnTo>
                <a:lnTo>
                  <a:pt x="7363783" y="436301"/>
                </a:lnTo>
                <a:lnTo>
                  <a:pt x="7388167" y="431383"/>
                </a:lnTo>
                <a:lnTo>
                  <a:pt x="7412550" y="426482"/>
                </a:lnTo>
                <a:lnTo>
                  <a:pt x="7436933" y="421634"/>
                </a:lnTo>
                <a:lnTo>
                  <a:pt x="7461317" y="416868"/>
                </a:lnTo>
                <a:lnTo>
                  <a:pt x="7485700" y="412212"/>
                </a:lnTo>
                <a:lnTo>
                  <a:pt x="7510084" y="407689"/>
                </a:lnTo>
                <a:lnTo>
                  <a:pt x="7534467" y="403319"/>
                </a:lnTo>
                <a:lnTo>
                  <a:pt x="7558850" y="399117"/>
                </a:lnTo>
                <a:lnTo>
                  <a:pt x="7583234" y="395096"/>
                </a:lnTo>
                <a:lnTo>
                  <a:pt x="7607617" y="391266"/>
                </a:lnTo>
                <a:lnTo>
                  <a:pt x="7632001" y="387633"/>
                </a:lnTo>
                <a:lnTo>
                  <a:pt x="7656384" y="384201"/>
                </a:lnTo>
                <a:lnTo>
                  <a:pt x="7680767" y="380973"/>
                </a:lnTo>
                <a:lnTo>
                  <a:pt x="7705151" y="377947"/>
                </a:lnTo>
                <a:lnTo>
                  <a:pt x="7729534" y="375121"/>
                </a:lnTo>
                <a:lnTo>
                  <a:pt x="7753918" y="372493"/>
                </a:lnTo>
                <a:lnTo>
                  <a:pt x="7778301" y="370056"/>
                </a:lnTo>
                <a:lnTo>
                  <a:pt x="7802684" y="367804"/>
                </a:lnTo>
                <a:lnTo>
                  <a:pt x="7827068" y="365731"/>
                </a:lnTo>
                <a:lnTo>
                  <a:pt x="7851451" y="363829"/>
                </a:lnTo>
                <a:lnTo>
                  <a:pt x="7875834" y="362088"/>
                </a:lnTo>
                <a:lnTo>
                  <a:pt x="7900218" y="360501"/>
                </a:lnTo>
                <a:lnTo>
                  <a:pt x="7924601" y="359058"/>
                </a:lnTo>
                <a:lnTo>
                  <a:pt x="7948985" y="357751"/>
                </a:lnTo>
                <a:lnTo>
                  <a:pt x="7973368" y="356570"/>
                </a:lnTo>
                <a:lnTo>
                  <a:pt x="7997751" y="355508"/>
                </a:lnTo>
                <a:lnTo>
                  <a:pt x="8022135" y="354554"/>
                </a:lnTo>
                <a:lnTo>
                  <a:pt x="8046518" y="353701"/>
                </a:lnTo>
                <a:lnTo>
                  <a:pt x="8070902" y="352942"/>
                </a:lnTo>
                <a:lnTo>
                  <a:pt x="8095285" y="352269"/>
                </a:lnTo>
                <a:lnTo>
                  <a:pt x="8119668" y="351675"/>
                </a:lnTo>
                <a:lnTo>
                  <a:pt x="8144052" y="351154"/>
                </a:lnTo>
                <a:lnTo>
                  <a:pt x="8168435" y="350700"/>
                </a:lnTo>
                <a:lnTo>
                  <a:pt x="8192819" y="350309"/>
                </a:lnTo>
                <a:lnTo>
                  <a:pt x="8217202" y="349976"/>
                </a:lnTo>
                <a:lnTo>
                  <a:pt x="8241585" y="349699"/>
                </a:lnTo>
                <a:lnTo>
                  <a:pt x="8265969" y="349473"/>
                </a:lnTo>
                <a:lnTo>
                  <a:pt x="8290352" y="349299"/>
                </a:lnTo>
                <a:lnTo>
                  <a:pt x="8314735" y="349174"/>
                </a:lnTo>
                <a:lnTo>
                  <a:pt x="8339119" y="349100"/>
                </a:lnTo>
                <a:lnTo>
                  <a:pt x="8363502" y="349077"/>
                </a:lnTo>
                <a:lnTo>
                  <a:pt x="8387886" y="349108"/>
                </a:lnTo>
                <a:lnTo>
                  <a:pt x="8412269" y="349197"/>
                </a:lnTo>
                <a:lnTo>
                  <a:pt x="8436652" y="349349"/>
                </a:lnTo>
                <a:lnTo>
                  <a:pt x="8461036" y="349569"/>
                </a:lnTo>
                <a:lnTo>
                  <a:pt x="8485419" y="349867"/>
                </a:lnTo>
                <a:lnTo>
                  <a:pt x="8509803" y="350250"/>
                </a:lnTo>
                <a:lnTo>
                  <a:pt x="8534186" y="350730"/>
                </a:lnTo>
                <a:lnTo>
                  <a:pt x="8558569" y="351320"/>
                </a:lnTo>
                <a:lnTo>
                  <a:pt x="8582953" y="352033"/>
                </a:lnTo>
                <a:lnTo>
                  <a:pt x="8607336" y="352884"/>
                </a:lnTo>
                <a:lnTo>
                  <a:pt x="8631720" y="353891"/>
                </a:lnTo>
                <a:lnTo>
                  <a:pt x="8656103" y="355072"/>
                </a:lnTo>
                <a:lnTo>
                  <a:pt x="8680486" y="356445"/>
                </a:lnTo>
                <a:lnTo>
                  <a:pt x="8704870" y="358030"/>
                </a:lnTo>
                <a:lnTo>
                  <a:pt x="8729253" y="359848"/>
                </a:lnTo>
                <a:lnTo>
                  <a:pt x="8753637" y="361918"/>
                </a:lnTo>
                <a:lnTo>
                  <a:pt x="8778020" y="364259"/>
                </a:lnTo>
                <a:lnTo>
                  <a:pt x="8802403" y="366890"/>
                </a:lnTo>
                <a:lnTo>
                  <a:pt x="8826787" y="369825"/>
                </a:lnTo>
                <a:lnTo>
                  <a:pt x="8851170" y="373078"/>
                </a:lnTo>
                <a:lnTo>
                  <a:pt x="8875553" y="376655"/>
                </a:lnTo>
                <a:lnTo>
                  <a:pt x="8899937" y="380561"/>
                </a:lnTo>
                <a:lnTo>
                  <a:pt x="8924320" y="384793"/>
                </a:lnTo>
                <a:lnTo>
                  <a:pt x="8948704" y="389339"/>
                </a:lnTo>
                <a:lnTo>
                  <a:pt x="8973087" y="394181"/>
                </a:lnTo>
                <a:lnTo>
                  <a:pt x="8997470" y="399290"/>
                </a:lnTo>
                <a:lnTo>
                  <a:pt x="9021854" y="404627"/>
                </a:lnTo>
                <a:lnTo>
                  <a:pt x="9046237" y="410141"/>
                </a:lnTo>
                <a:lnTo>
                  <a:pt x="9070621" y="415769"/>
                </a:lnTo>
                <a:lnTo>
                  <a:pt x="9095004" y="421437"/>
                </a:lnTo>
                <a:lnTo>
                  <a:pt x="9119387" y="427055"/>
                </a:lnTo>
                <a:lnTo>
                  <a:pt x="9143771" y="432523"/>
                </a:lnTo>
                <a:lnTo>
                  <a:pt x="9168154" y="437729"/>
                </a:lnTo>
                <a:lnTo>
                  <a:pt x="9192538" y="442548"/>
                </a:lnTo>
                <a:lnTo>
                  <a:pt x="9216921" y="446849"/>
                </a:lnTo>
                <a:lnTo>
                  <a:pt x="9241304" y="450490"/>
                </a:lnTo>
                <a:lnTo>
                  <a:pt x="9265688" y="453327"/>
                </a:lnTo>
                <a:lnTo>
                  <a:pt x="9290071" y="455213"/>
                </a:lnTo>
                <a:lnTo>
                  <a:pt x="9314454" y="456001"/>
                </a:lnTo>
                <a:lnTo>
                  <a:pt x="9338838" y="455551"/>
                </a:lnTo>
                <a:lnTo>
                  <a:pt x="9363221" y="453732"/>
                </a:lnTo>
                <a:lnTo>
                  <a:pt x="9387605" y="450424"/>
                </a:lnTo>
                <a:lnTo>
                  <a:pt x="9411988" y="445528"/>
                </a:lnTo>
                <a:lnTo>
                  <a:pt x="9436371" y="438966"/>
                </a:lnTo>
                <a:lnTo>
                  <a:pt x="9460755" y="430684"/>
                </a:lnTo>
                <a:lnTo>
                  <a:pt x="9485138" y="420660"/>
                </a:lnTo>
                <a:lnTo>
                  <a:pt x="9509522" y="408904"/>
                </a:lnTo>
                <a:lnTo>
                  <a:pt x="9533905" y="395463"/>
                </a:lnTo>
                <a:lnTo>
                  <a:pt x="9558288" y="380420"/>
                </a:lnTo>
                <a:lnTo>
                  <a:pt x="9582672" y="363896"/>
                </a:lnTo>
                <a:lnTo>
                  <a:pt x="9607055" y="346054"/>
                </a:lnTo>
                <a:lnTo>
                  <a:pt x="9631439" y="327089"/>
                </a:lnTo>
                <a:lnTo>
                  <a:pt x="9655822" y="307234"/>
                </a:lnTo>
                <a:lnTo>
                  <a:pt x="9680205" y="286754"/>
                </a:lnTo>
                <a:lnTo>
                  <a:pt x="9704589" y="265940"/>
                </a:lnTo>
                <a:lnTo>
                  <a:pt x="9728972" y="245103"/>
                </a:lnTo>
                <a:lnTo>
                  <a:pt x="9753356" y="224573"/>
                </a:lnTo>
                <a:lnTo>
                  <a:pt x="9777739" y="204686"/>
                </a:lnTo>
                <a:lnTo>
                  <a:pt x="9802122" y="185777"/>
                </a:lnTo>
                <a:lnTo>
                  <a:pt x="9826506" y="168178"/>
                </a:lnTo>
                <a:lnTo>
                  <a:pt x="9850889" y="152201"/>
                </a:lnTo>
                <a:lnTo>
                  <a:pt x="9875272" y="138139"/>
                </a:lnTo>
                <a:lnTo>
                  <a:pt x="9899656" y="126252"/>
                </a:lnTo>
                <a:lnTo>
                  <a:pt x="9924039" y="116762"/>
                </a:lnTo>
                <a:lnTo>
                  <a:pt x="9948423" y="109851"/>
                </a:lnTo>
                <a:lnTo>
                  <a:pt x="9972806" y="105650"/>
                </a:lnTo>
                <a:lnTo>
                  <a:pt x="9997189" y="104241"/>
                </a:lnTo>
                <a:lnTo>
                  <a:pt x="10021573" y="105650"/>
                </a:lnTo>
                <a:lnTo>
                  <a:pt x="10045956" y="109851"/>
                </a:lnTo>
                <a:lnTo>
                  <a:pt x="10070340" y="116762"/>
                </a:lnTo>
                <a:lnTo>
                  <a:pt x="10094723" y="126252"/>
                </a:lnTo>
                <a:lnTo>
                  <a:pt x="10119106" y="138139"/>
                </a:lnTo>
                <a:lnTo>
                  <a:pt x="10143490" y="152201"/>
                </a:lnTo>
                <a:lnTo>
                  <a:pt x="10167873" y="168178"/>
                </a:lnTo>
                <a:lnTo>
                  <a:pt x="10192257" y="185777"/>
                </a:lnTo>
                <a:lnTo>
                  <a:pt x="10216640" y="204686"/>
                </a:lnTo>
                <a:lnTo>
                  <a:pt x="10241023" y="224573"/>
                </a:lnTo>
                <a:lnTo>
                  <a:pt x="10265407" y="245103"/>
                </a:lnTo>
                <a:lnTo>
                  <a:pt x="10289790" y="265940"/>
                </a:lnTo>
                <a:lnTo>
                  <a:pt x="10314173" y="286754"/>
                </a:lnTo>
                <a:lnTo>
                  <a:pt x="10338557" y="307234"/>
                </a:lnTo>
                <a:lnTo>
                  <a:pt x="10362940" y="327089"/>
                </a:lnTo>
                <a:lnTo>
                  <a:pt x="10387324" y="346054"/>
                </a:lnTo>
                <a:lnTo>
                  <a:pt x="10411707" y="363896"/>
                </a:lnTo>
                <a:lnTo>
                  <a:pt x="10436090" y="380420"/>
                </a:lnTo>
                <a:lnTo>
                  <a:pt x="10460474" y="395463"/>
                </a:lnTo>
                <a:lnTo>
                  <a:pt x="10484857" y="408904"/>
                </a:lnTo>
                <a:lnTo>
                  <a:pt x="10509241" y="420660"/>
                </a:lnTo>
                <a:lnTo>
                  <a:pt x="10533624" y="430684"/>
                </a:lnTo>
                <a:lnTo>
                  <a:pt x="10558007" y="438966"/>
                </a:lnTo>
                <a:lnTo>
                  <a:pt x="10582391" y="445528"/>
                </a:lnTo>
                <a:lnTo>
                  <a:pt x="10606774" y="450424"/>
                </a:lnTo>
                <a:lnTo>
                  <a:pt x="10631158" y="453731"/>
                </a:lnTo>
                <a:lnTo>
                  <a:pt x="10655541" y="455551"/>
                </a:lnTo>
                <a:lnTo>
                  <a:pt x="10679924" y="456001"/>
                </a:lnTo>
                <a:lnTo>
                  <a:pt x="10704308" y="455213"/>
                </a:lnTo>
                <a:lnTo>
                  <a:pt x="10728691" y="453327"/>
                </a:lnTo>
                <a:lnTo>
                  <a:pt x="10753074" y="450490"/>
                </a:lnTo>
                <a:lnTo>
                  <a:pt x="10777458" y="446848"/>
                </a:lnTo>
                <a:lnTo>
                  <a:pt x="10801841" y="442547"/>
                </a:lnTo>
                <a:lnTo>
                  <a:pt x="10826225" y="437727"/>
                </a:lnTo>
                <a:lnTo>
                  <a:pt x="10850608" y="432521"/>
                </a:lnTo>
                <a:lnTo>
                  <a:pt x="10874991" y="427053"/>
                </a:lnTo>
                <a:lnTo>
                  <a:pt x="10899375" y="421434"/>
                </a:lnTo>
                <a:lnTo>
                  <a:pt x="10923758" y="415766"/>
                </a:lnTo>
                <a:lnTo>
                  <a:pt x="10948142" y="410137"/>
                </a:lnTo>
                <a:lnTo>
                  <a:pt x="10972525" y="404621"/>
                </a:lnTo>
                <a:lnTo>
                  <a:pt x="10996908" y="399283"/>
                </a:lnTo>
                <a:lnTo>
                  <a:pt x="11021292" y="394172"/>
                </a:lnTo>
                <a:lnTo>
                  <a:pt x="11045675" y="389328"/>
                </a:lnTo>
                <a:lnTo>
                  <a:pt x="11070059" y="384780"/>
                </a:lnTo>
                <a:lnTo>
                  <a:pt x="11094442" y="380545"/>
                </a:lnTo>
                <a:lnTo>
                  <a:pt x="11118825" y="376636"/>
                </a:lnTo>
                <a:lnTo>
                  <a:pt x="11143209" y="373054"/>
                </a:lnTo>
                <a:lnTo>
                  <a:pt x="11167592" y="369796"/>
                </a:lnTo>
                <a:lnTo>
                  <a:pt x="11191976" y="366854"/>
                </a:lnTo>
                <a:lnTo>
                  <a:pt x="11216359" y="364215"/>
                </a:lnTo>
                <a:lnTo>
                  <a:pt x="11240742" y="361864"/>
                </a:lnTo>
                <a:lnTo>
                  <a:pt x="11265126" y="359783"/>
                </a:lnTo>
                <a:lnTo>
                  <a:pt x="11289509" y="357951"/>
                </a:lnTo>
                <a:lnTo>
                  <a:pt x="11313892" y="356349"/>
                </a:lnTo>
                <a:lnTo>
                  <a:pt x="11338276" y="354956"/>
                </a:lnTo>
                <a:lnTo>
                  <a:pt x="11362659" y="353752"/>
                </a:lnTo>
                <a:lnTo>
                  <a:pt x="11387043" y="352717"/>
                </a:lnTo>
                <a:lnTo>
                  <a:pt x="11411426" y="351832"/>
                </a:lnTo>
                <a:lnTo>
                  <a:pt x="11435809" y="351080"/>
                </a:lnTo>
                <a:lnTo>
                  <a:pt x="11460193" y="350444"/>
                </a:lnTo>
                <a:lnTo>
                  <a:pt x="11484576" y="349909"/>
                </a:lnTo>
                <a:lnTo>
                  <a:pt x="11508960" y="349461"/>
                </a:lnTo>
                <a:lnTo>
                  <a:pt x="11533343" y="349088"/>
                </a:lnTo>
                <a:lnTo>
                  <a:pt x="11557726" y="348779"/>
                </a:lnTo>
                <a:lnTo>
                  <a:pt x="11582110" y="348525"/>
                </a:lnTo>
                <a:lnTo>
                  <a:pt x="11606493" y="348316"/>
                </a:lnTo>
                <a:lnTo>
                  <a:pt x="11630877" y="348146"/>
                </a:lnTo>
                <a:lnTo>
                  <a:pt x="11655260" y="348007"/>
                </a:lnTo>
                <a:lnTo>
                  <a:pt x="11679643" y="347895"/>
                </a:lnTo>
                <a:lnTo>
                  <a:pt x="11704027" y="347805"/>
                </a:lnTo>
                <a:lnTo>
                  <a:pt x="11728410" y="347733"/>
                </a:lnTo>
                <a:lnTo>
                  <a:pt x="11752793" y="347676"/>
                </a:lnTo>
                <a:lnTo>
                  <a:pt x="11777177" y="347631"/>
                </a:lnTo>
                <a:lnTo>
                  <a:pt x="11801560" y="347595"/>
                </a:lnTo>
                <a:lnTo>
                  <a:pt x="11825944" y="347566"/>
                </a:lnTo>
                <a:lnTo>
                  <a:pt x="11850327" y="347544"/>
                </a:lnTo>
                <a:lnTo>
                  <a:pt x="11874710" y="347527"/>
                </a:lnTo>
                <a:lnTo>
                  <a:pt x="11899094" y="347514"/>
                </a:lnTo>
                <a:lnTo>
                  <a:pt x="11923477" y="347504"/>
                </a:lnTo>
                <a:lnTo>
                  <a:pt x="11947861" y="347496"/>
                </a:lnTo>
                <a:lnTo>
                  <a:pt x="11972244" y="347490"/>
                </a:lnTo>
                <a:lnTo>
                  <a:pt x="11996627" y="347485"/>
                </a:lnTo>
                <a:lnTo>
                  <a:pt x="12021011" y="347482"/>
                </a:lnTo>
                <a:lnTo>
                  <a:pt x="12045394" y="347479"/>
                </a:lnTo>
                <a:lnTo>
                  <a:pt x="12069778" y="347477"/>
                </a:lnTo>
                <a:lnTo>
                  <a:pt x="12094161" y="347476"/>
                </a:lnTo>
                <a:lnTo>
                  <a:pt x="12118544" y="347475"/>
                </a:lnTo>
                <a:lnTo>
                  <a:pt x="12142928" y="347474"/>
                </a:lnTo>
                <a:lnTo>
                  <a:pt x="12167311" y="347473"/>
                </a:lnTo>
                <a:lnTo>
                  <a:pt x="12191695" y="347473"/>
                </a:lnTo>
              </a:path>
            </a:pathLst>
          </a:custGeom>
          <a:noFill/>
          <a:ln w="25400">
            <a:solidFill>
              <a:srgbClr val="24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8FAFC"/>
                </a:solidFill>
                <a:latin typeface="Segoe UI"/>
              </a:rPr>
              <a:t>SIMULADOR DE DATOS SÍSMICOS </a:t>
            </a:r>
            <a:r>
              <a:rPr sz="3000" b="1">
                <a:solidFill>
                  <a:srgbClr val="2DD4BF"/>
                </a:solidFill>
                <a:latin typeface="Segoe UI"/>
              </a:rPr>
              <a:t>SEG-Y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A8B3C7"/>
                </a:solidFill>
                <a:latin typeface="Segoe UI"/>
              </a:rPr>
              <a:t>Pipeline completo en C++ que genera, parsea, almacena, indexa y benchmarka grandes volúmenes de trazas sísmicas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727" y="1481328"/>
            <a:ext cx="1993392" cy="1078992"/>
          </a:xfrm>
          <a:prstGeom prst="roundRect">
            <a:avLst>
              <a:gd name="adj" fmla="val 12000"/>
            </a:avLst>
          </a:prstGeom>
          <a:solidFill>
            <a:srgbClr val="132038"/>
          </a:solidFill>
          <a:ln w="1270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73455" y="1600200"/>
            <a:ext cx="310896" cy="31089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424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647" y="1618488"/>
            <a:ext cx="14264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8FAFC"/>
                </a:solidFill>
                <a:latin typeface="Segoe UI"/>
              </a:rPr>
              <a:t>GENERAR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743" y="1993392"/>
            <a:ext cx="175564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8B3C7"/>
                </a:solidFill>
                <a:latin typeface="Segoe UI"/>
              </a:rPr>
              <a:t>SEG-Y sintético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A8B3C7"/>
                </a:solidFill>
                <a:latin typeface="Segoe UI"/>
              </a:rPr>
              <a:t>con onda Ricker</a:t>
            </a:r>
          </a:p>
        </p:txBody>
      </p:sp>
      <p:sp>
        <p:nvSpPr>
          <p:cNvPr id="10" name="Chevron 9"/>
          <p:cNvSpPr/>
          <p:nvPr/>
        </p:nvSpPr>
        <p:spPr>
          <a:xfrm>
            <a:off x="2575407" y="1865376"/>
            <a:ext cx="237744" cy="310896"/>
          </a:xfrm>
          <a:prstGeom prst="chevron">
            <a:avLst/>
          </a:prstGeom>
          <a:solidFill>
            <a:srgbClr val="2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31439" y="1481328"/>
            <a:ext cx="1993392" cy="1078992"/>
          </a:xfrm>
          <a:prstGeom prst="roundRect">
            <a:avLst>
              <a:gd name="adj" fmla="val 12000"/>
            </a:avLst>
          </a:prstGeom>
          <a:solidFill>
            <a:srgbClr val="132038"/>
          </a:solidFill>
          <a:ln w="1270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41167" y="1600200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424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4359" y="1618488"/>
            <a:ext cx="14264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8FAFC"/>
                </a:solidFill>
                <a:latin typeface="Segoe UI"/>
              </a:rPr>
              <a:t>PARSEAR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9455" y="1993392"/>
            <a:ext cx="175564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8B3C7"/>
                </a:solidFill>
                <a:latin typeface="Segoe UI"/>
              </a:rPr>
              <a:t>Lector SEG-Y propio,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A8B3C7"/>
                </a:solidFill>
                <a:latin typeface="Segoe UI"/>
              </a:rPr>
              <a:t>cabecera + muestras</a:t>
            </a:r>
          </a:p>
        </p:txBody>
      </p:sp>
      <p:sp>
        <p:nvSpPr>
          <p:cNvPr id="15" name="Chevron 14"/>
          <p:cNvSpPr/>
          <p:nvPr/>
        </p:nvSpPr>
        <p:spPr>
          <a:xfrm>
            <a:off x="4843119" y="1865376"/>
            <a:ext cx="237744" cy="310896"/>
          </a:xfrm>
          <a:prstGeom prst="chevron">
            <a:avLst/>
          </a:prstGeom>
          <a:solidFill>
            <a:srgbClr val="2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99151" y="1481328"/>
            <a:ext cx="1993392" cy="1078992"/>
          </a:xfrm>
          <a:prstGeom prst="roundRect">
            <a:avLst>
              <a:gd name="adj" fmla="val 12000"/>
            </a:avLst>
          </a:prstGeom>
          <a:solidFill>
            <a:srgbClr val="132038"/>
          </a:solidFill>
          <a:ln w="1270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08879" y="1600200"/>
            <a:ext cx="310896" cy="310896"/>
          </a:xfrm>
          <a:prstGeom prst="ellipse">
            <a:avLst/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424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2071" y="1618488"/>
            <a:ext cx="14264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8FAFC"/>
                </a:solidFill>
                <a:latin typeface="Segoe UI"/>
              </a:rPr>
              <a:t>ALMACENAR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7167" y="1993392"/>
            <a:ext cx="175564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8B3C7"/>
                </a:solidFill>
                <a:latin typeface="Segoe UI"/>
              </a:rPr>
              <a:t>Backends: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A8B3C7"/>
                </a:solidFill>
                <a:latin typeface="Segoe UI"/>
              </a:rPr>
              <a:t>vector · deque · STXXL</a:t>
            </a:r>
          </a:p>
        </p:txBody>
      </p:sp>
      <p:sp>
        <p:nvSpPr>
          <p:cNvPr id="20" name="Chevron 19"/>
          <p:cNvSpPr/>
          <p:nvPr/>
        </p:nvSpPr>
        <p:spPr>
          <a:xfrm>
            <a:off x="7110831" y="1865376"/>
            <a:ext cx="237744" cy="310896"/>
          </a:xfrm>
          <a:prstGeom prst="chevron">
            <a:avLst/>
          </a:prstGeom>
          <a:solidFill>
            <a:srgbClr val="2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66863" y="1481328"/>
            <a:ext cx="1993392" cy="1078992"/>
          </a:xfrm>
          <a:prstGeom prst="roundRect">
            <a:avLst>
              <a:gd name="adj" fmla="val 12000"/>
            </a:avLst>
          </a:prstGeom>
          <a:solidFill>
            <a:srgbClr val="132038"/>
          </a:solidFill>
          <a:ln w="1270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76591" y="1600200"/>
            <a:ext cx="310896" cy="31089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424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9783" y="1618488"/>
            <a:ext cx="14264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8FAFC"/>
                </a:solidFill>
                <a:latin typeface="Segoe UI"/>
              </a:rPr>
              <a:t>INDEXAR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4879" y="1993392"/>
            <a:ext cx="175564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8B3C7"/>
                </a:solidFill>
                <a:latin typeface="Segoe UI"/>
              </a:rPr>
              <a:t>(inline, crossline)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A8B3C7"/>
                </a:solidFill>
                <a:latin typeface="Segoe UI"/>
              </a:rPr>
              <a:t>→ posición</a:t>
            </a:r>
          </a:p>
        </p:txBody>
      </p:sp>
      <p:sp>
        <p:nvSpPr>
          <p:cNvPr id="25" name="Chevron 24"/>
          <p:cNvSpPr/>
          <p:nvPr/>
        </p:nvSpPr>
        <p:spPr>
          <a:xfrm>
            <a:off x="9378543" y="1865376"/>
            <a:ext cx="237744" cy="310896"/>
          </a:xfrm>
          <a:prstGeom prst="chevron">
            <a:avLst/>
          </a:prstGeom>
          <a:solidFill>
            <a:srgbClr val="2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34575" y="1481328"/>
            <a:ext cx="1993392" cy="1078992"/>
          </a:xfrm>
          <a:prstGeom prst="roundRect">
            <a:avLst>
              <a:gd name="adj" fmla="val 12000"/>
            </a:avLst>
          </a:prstGeom>
          <a:solidFill>
            <a:srgbClr val="132038"/>
          </a:solidFill>
          <a:ln w="1270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44303" y="1600200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424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37495" y="1618488"/>
            <a:ext cx="14264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8FAFC"/>
                </a:solidFill>
                <a:latin typeface="Segoe UI"/>
              </a:rPr>
              <a:t>MEDIR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2591" y="1993392"/>
            <a:ext cx="175564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8B3C7"/>
                </a:solidFill>
                <a:latin typeface="Segoe UI"/>
              </a:rPr>
              <a:t>Tiempos, memoria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A8B3C7"/>
                </a:solidFill>
                <a:latin typeface="Segoe UI"/>
              </a:rPr>
              <a:t>y hit ratio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9427" y="2999232"/>
            <a:ext cx="3611880" cy="2103120"/>
          </a:xfrm>
          <a:prstGeom prst="roundRect">
            <a:avLst>
              <a:gd name="adj" fmla="val 9000"/>
            </a:avLst>
          </a:prstGeom>
          <a:solidFill>
            <a:srgbClr val="182846"/>
          </a:solidFill>
          <a:ln w="1270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9427" y="2999232"/>
            <a:ext cx="82296" cy="210312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5459" y="314553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DD4BF"/>
                </a:solidFill>
                <a:latin typeface="Segoe UI"/>
              </a:rPr>
              <a:t>⚙  </a:t>
            </a:r>
            <a:r>
              <a:rPr sz="1350" b="1">
                <a:solidFill>
                  <a:srgbClr val="F8FAFC"/>
                </a:solidFill>
                <a:latin typeface="Segoe UI"/>
              </a:rPr>
              <a:t>ESTRUCTURAS DE DATOS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459" y="3566160"/>
            <a:ext cx="317296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100" b="0">
                <a:solidFill>
                  <a:srgbClr val="A8B3C7"/>
                </a:solidFill>
                <a:latin typeface="Segoe UI"/>
              </a:rPr>
              <a:t>Vector: contiguo, acceso O(1)</a:t>
            </a:r>
          </a:p>
          <a:p>
            <a:pPr algn="l">
              <a:lnSpc>
                <a:spcPct val="128000"/>
              </a:lnSpc>
            </a:pPr>
            <a:r>
              <a:rPr sz="11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100" b="0">
                <a:solidFill>
                  <a:srgbClr val="A8B3C7"/>
                </a:solidFill>
                <a:latin typeface="Segoe UI"/>
              </a:rPr>
              <a:t>Deque: crece sin reallocation</a:t>
            </a:r>
          </a:p>
          <a:p>
            <a:pPr algn="l">
              <a:lnSpc>
                <a:spcPct val="128000"/>
              </a:lnSpc>
            </a:pPr>
            <a:r>
              <a:rPr sz="11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100" b="0">
                <a:solidFill>
                  <a:srgbClr val="A8B3C7"/>
                </a:solidFill>
                <a:latin typeface="Segoe UI"/>
              </a:rPr>
              <a:t>STXXL: TB en disco, metadatos en RAM</a:t>
            </a:r>
          </a:p>
          <a:p>
            <a:pPr algn="l">
              <a:lnSpc>
                <a:spcPct val="128000"/>
              </a:lnSpc>
            </a:pPr>
            <a:r>
              <a:rPr sz="1100" b="1">
                <a:solidFill>
                  <a:srgbClr val="2DD4BF"/>
                </a:solidFill>
                <a:latin typeface="Segoe UI"/>
              </a:rPr>
              <a:t>▸  </a:t>
            </a:r>
            <a:r>
              <a:rPr sz="1100" b="0">
                <a:solidFill>
                  <a:srgbClr val="A8B3C7"/>
                </a:solidFill>
                <a:latin typeface="Segoe UI"/>
              </a:rPr>
              <a:t>Índices: RB-tree vs flat_map vs B-tree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89907" y="2999232"/>
            <a:ext cx="3611880" cy="2103120"/>
          </a:xfrm>
          <a:prstGeom prst="roundRect">
            <a:avLst>
              <a:gd name="adj" fmla="val 9000"/>
            </a:avLst>
          </a:prstGeom>
          <a:solidFill>
            <a:srgbClr val="182846"/>
          </a:solidFill>
          <a:ln w="1270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289907" y="2999232"/>
            <a:ext cx="82296" cy="21031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45939" y="314553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Segoe UI"/>
              </a:rPr>
              <a:t>↯  </a:t>
            </a:r>
            <a:r>
              <a:rPr sz="1350" b="1">
                <a:solidFill>
                  <a:srgbClr val="F8FAFC"/>
                </a:solidFill>
                <a:latin typeface="Segoe UI"/>
              </a:rPr>
              <a:t>CACHÉ LRU + PREFETCH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5939" y="3566160"/>
            <a:ext cx="317296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>
                <a:solidFill>
                  <a:srgbClr val="F59E0B"/>
                </a:solidFill>
                <a:latin typeface="Segoe UI"/>
              </a:rPr>
              <a:t>▸  </a:t>
            </a:r>
            <a:r>
              <a:rPr sz="1100" b="0">
                <a:solidFill>
                  <a:srgbClr val="A8B3C7"/>
                </a:solidFill>
                <a:latin typeface="Segoe UI"/>
              </a:rPr>
              <a:t>Al leer la traza i, precarga i+1, i+2…</a:t>
            </a:r>
          </a:p>
          <a:p>
            <a:pPr algn="l">
              <a:lnSpc>
                <a:spcPct val="128000"/>
              </a:lnSpc>
            </a:pPr>
            <a:r>
              <a:rPr sz="1100" b="1">
                <a:solidFill>
                  <a:srgbClr val="F59E0B"/>
                </a:solidFill>
                <a:latin typeface="Segoe UI"/>
              </a:rPr>
              <a:t>▸  </a:t>
            </a:r>
            <a:r>
              <a:rPr sz="1100" b="0">
                <a:solidFill>
                  <a:srgbClr val="A8B3C7"/>
                </a:solidFill>
                <a:latin typeface="Segoe UI"/>
              </a:rPr>
              <a:t>Solapa la E/S con el cálculo</a:t>
            </a:r>
          </a:p>
          <a:p>
            <a:pPr algn="l">
              <a:lnSpc>
                <a:spcPct val="128000"/>
              </a:lnSpc>
            </a:pPr>
            <a:r>
              <a:rPr sz="1100" b="1">
                <a:solidFill>
                  <a:srgbClr val="F59E0B"/>
                </a:solidFill>
                <a:latin typeface="Segoe UI"/>
              </a:rPr>
              <a:t>▸  </a:t>
            </a:r>
            <a:r>
              <a:rPr sz="1100" b="0">
                <a:solidFill>
                  <a:srgbClr val="A8B3C7"/>
                </a:solidFill>
                <a:latin typeface="Segoe UI"/>
              </a:rPr>
              <a:t>Cuenta hits, misses y prefetches</a:t>
            </a:r>
          </a:p>
          <a:p>
            <a:pPr algn="l">
              <a:lnSpc>
                <a:spcPct val="128000"/>
              </a:lnSpc>
            </a:pPr>
            <a:r>
              <a:rPr sz="1100" b="1">
                <a:solidFill>
                  <a:srgbClr val="F59E0B"/>
                </a:solidFill>
                <a:latin typeface="Segoe UI"/>
              </a:rPr>
              <a:t>▸  </a:t>
            </a:r>
            <a:r>
              <a:rPr sz="1100" b="0">
                <a:solidFill>
                  <a:srgbClr val="A8B3C7"/>
                </a:solidFill>
                <a:latin typeface="Segoe UI"/>
              </a:rPr>
              <a:t>Modela cómo interpretan los geólogos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0387" y="2999232"/>
            <a:ext cx="3611880" cy="2103120"/>
          </a:xfrm>
          <a:prstGeom prst="roundRect">
            <a:avLst>
              <a:gd name="adj" fmla="val 9000"/>
            </a:avLst>
          </a:prstGeom>
          <a:solidFill>
            <a:srgbClr val="182846"/>
          </a:solidFill>
          <a:ln w="12700">
            <a:solidFill>
              <a:srgbClr val="2A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30387" y="2999232"/>
            <a:ext cx="82296" cy="2103120"/>
          </a:xfrm>
          <a:prstGeom prst="roundRect">
            <a:avLst>
              <a:gd name="adj" fmla="val 50000"/>
            </a:avLst>
          </a:prstGeom>
          <a:solidFill>
            <a:srgbClr val="8B7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86419" y="3145536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7CF6"/>
                </a:solidFill>
                <a:latin typeface="Segoe UI"/>
              </a:rPr>
              <a:t>▦  </a:t>
            </a:r>
            <a:r>
              <a:rPr sz="1350" b="1">
                <a:solidFill>
                  <a:srgbClr val="F8FAFC"/>
                </a:solidFill>
                <a:latin typeface="Segoe UI"/>
              </a:rPr>
              <a:t>4 PATRONES DE ACCESO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6419" y="3566160"/>
            <a:ext cx="317296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>
                <a:solidFill>
                  <a:srgbClr val="8B7CF6"/>
                </a:solidFill>
                <a:latin typeface="Segoe UI"/>
              </a:rPr>
              <a:t>▸  </a:t>
            </a:r>
            <a:r>
              <a:rPr sz="1100" b="0">
                <a:solidFill>
                  <a:srgbClr val="A8B3C7"/>
                </a:solidFill>
                <a:latin typeface="Segoe UI"/>
              </a:rPr>
              <a:t>Secuencial — el caso ideal (todo hit)</a:t>
            </a:r>
          </a:p>
          <a:p>
            <a:pPr algn="l">
              <a:lnSpc>
                <a:spcPct val="128000"/>
              </a:lnSpc>
            </a:pPr>
            <a:r>
              <a:rPr sz="1100" b="1">
                <a:solidFill>
                  <a:srgbClr val="8B7CF6"/>
                </a:solidFill>
                <a:latin typeface="Segoe UI"/>
              </a:rPr>
              <a:t>▸  </a:t>
            </a:r>
            <a:r>
              <a:rPr sz="1100" b="0">
                <a:solidFill>
                  <a:srgbClr val="A8B3C7"/>
                </a:solidFill>
                <a:latin typeface="Segoe UI"/>
              </a:rPr>
              <a:t>Inverso — el prefetch no ayuda</a:t>
            </a:r>
          </a:p>
          <a:p>
            <a:pPr algn="l">
              <a:lnSpc>
                <a:spcPct val="128000"/>
              </a:lnSpc>
            </a:pPr>
            <a:r>
              <a:rPr sz="1100" b="1">
                <a:solidFill>
                  <a:srgbClr val="8B7CF6"/>
                </a:solidFill>
                <a:latin typeface="Segoe UI"/>
              </a:rPr>
              <a:t>▸  </a:t>
            </a:r>
            <a:r>
              <a:rPr sz="1100" b="0">
                <a:solidFill>
                  <a:srgbClr val="A8B3C7"/>
                </a:solidFill>
                <a:latin typeface="Segoe UI"/>
              </a:rPr>
              <a:t>Aleatorio — peor caso posible</a:t>
            </a:r>
          </a:p>
          <a:p>
            <a:pPr algn="l">
              <a:lnSpc>
                <a:spcPct val="128000"/>
              </a:lnSpc>
            </a:pPr>
            <a:r>
              <a:rPr sz="1100" b="1">
                <a:solidFill>
                  <a:srgbClr val="8B7CF6"/>
                </a:solidFill>
                <a:latin typeface="Segoe UI"/>
              </a:rPr>
              <a:t>▸  </a:t>
            </a:r>
            <a:r>
              <a:rPr sz="1100" b="0">
                <a:solidFill>
                  <a:srgbClr val="A8B3C7"/>
                </a:solidFill>
                <a:latin typeface="Segoe UI"/>
              </a:rPr>
              <a:t>Stride = 7 — barridos 3D reales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14119" y="534924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1320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50" b="1">
                <a:solidFill>
                  <a:srgbClr val="F8FAFC"/>
                </a:solidFill>
                <a:latin typeface="Segoe UI"/>
              </a:rPr>
              <a:t>⏱ Tiempo total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18991" y="534924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1320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50" b="1">
                <a:solidFill>
                  <a:srgbClr val="F8FAFC"/>
                </a:solidFill>
                <a:latin typeface="Segoe UI"/>
              </a:rPr>
              <a:t>🎯 Hit ratio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3863" y="534924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1320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50" b="1">
                <a:solidFill>
                  <a:srgbClr val="F8FAFC"/>
                </a:solidFill>
                <a:latin typeface="Segoe UI"/>
              </a:rPr>
              <a:t>💾 Memoria usada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28735" y="534924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132038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250" b="1">
                <a:solidFill>
                  <a:srgbClr val="F8FAFC"/>
                </a:solidFill>
                <a:latin typeface="Segoe UI"/>
              </a:rPr>
              <a:t>↻ Prefetches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035040"/>
            <a:ext cx="109087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A8B3C7"/>
                </a:solidFill>
                <a:latin typeface="Segoe UI"/>
              </a:rPr>
              <a:t>La pregunta que responde:  </a:t>
            </a:r>
            <a:r>
              <a:rPr sz="1400" b="1">
                <a:solidFill>
                  <a:srgbClr val="2DD4BF"/>
                </a:solidFill>
                <a:latin typeface="Segoe UI"/>
              </a:rPr>
              <a:t>¿qué estructura de datos gana cuando el volumen sísmico ya no cabe en RAM?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